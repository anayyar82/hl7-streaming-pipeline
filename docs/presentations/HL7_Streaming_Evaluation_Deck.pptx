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-920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HL7 ED &amp; ICU Operations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Lakehouse · Lakebase · Databricks Apps · Genie
Evaluation / demo deck — HL7 Streaming pipeline</a:t>
            </a:r>
            <a:endParaRPr lang="en-US" dirty="0"/>
          </a:p>
        </p:txBody>
      </p:sp>
    </p:spTree>
    <p:extLst>
      <p:ext uri="{BB962C8B-B14F-4D97-AF65-F5344CB8AC3E}">
        <ns2:creationId val="3561048925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Business use case (ED &amp; ICU) • End-to-end architecture &amp; data flow • Lakebase &amp; reverse ETL • Genie, App UX, Security, DAB • Engineering quality, performance, demo script • Rubric map (100 pts)</a:t>
            </a:r>
            <a:endParaRPr lang="en-US" dirty="0"/>
          </a:p>
        </p:txBody>
      </p:sp>
    </p:spTree>
    <p:extLst>
      <p:ext uri="{BB962C8B-B14F-4D97-AF65-F5344CB8AC3E}">
        <ns2:creationId val="1249260260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Business use case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Operational analytics for ED and ICU • Census, arrivals/discharges, trends, ML forecasts, throughput • Clinical personas: situational awareness without Spark SQL • Platform personas: pipeline health, jobs, freshness (SLO-style)</a:t>
            </a:r>
            <a:endParaRPr lang="en-US" dirty="0"/>
          </a:p>
        </p:txBody>
      </p:sp>
    </p:spTree>
    <p:extLst>
      <p:ext uri="{BB962C8B-B14F-4D97-AF65-F5344CB8AC3E}">
        <ns2:creationId val="1249260260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End-to-end architecture (20 pts)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HL7 → UC volume (landing) • DLT bronze → silver → gold (medallion) • ML: AutoML + batch inference on gold features • Lakebase Postgres: read-optimized SQL for the app • Apps (Streamlit) + Genie (UC / warehouse) • Clinical (Lakebase) vs Platform (workspace APIs) by design</a:t>
            </a:r>
            <a:endParaRPr lang="en-US" dirty="0"/>
          </a:p>
        </p:txBody>
      </p:sp>
    </p:spTree>
    <p:extLst>
      <p:ext uri="{BB962C8B-B14F-4D97-AF65-F5344CB8AC3E}">
        <ns2:creationId val="1249260260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Logical layers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L1 Landing · L2 DLT bronze/silver · L3 Gold in UC • L4 Features &amp; inference (jobs) • L5 Lakebase read model · L6 Apps &amp; Genie • See docs/ARCHITECTURE.md</a:t>
            </a:r>
            <a:endParaRPr lang="en-US" dirty="0"/>
          </a:p>
        </p:txBody>
      </p:sp>
    </p:spTree>
    <p:extLst>
      <p:ext uri="{BB962C8B-B14F-4D97-AF65-F5344CB8AC3E}">
        <ns2:creationId val="1249260260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Lakebase usage (15 pts)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OAuth via Databricks Apps identity (no static DB password in Git) • Low-latency dashboard SQL on gold via Postgres API • db.py: token cache, lock, batch queries; Load test page • Grants: notebooks/11_lakebase_grants.py • Frame as operational analytics read model</a:t>
            </a:r>
            <a:endParaRPr lang="en-US" dirty="0"/>
          </a:p>
        </p:txBody>
      </p:sp>
    </p:spTree>
    <p:extLst>
      <p:ext uri="{BB962C8B-B14F-4D97-AF65-F5344CB8AC3E}">
        <ns2:creationId val="1249260260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Reverse ETL (10 pts)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Gold (UC) → Lakebase: governed, job-scheduled • 09_lakebase_sync.py: CDF + synced-table prep (Autoscaling UI path) • 10_lakebase_load.py: Spark read gold, TRUNCATE + INSERT snapshot • Order: DLT → inference (if used) → Lakebase (bundle workflow) • State which path is primary in your workspace</a:t>
            </a:r>
            <a:endParaRPr lang="en-US" dirty="0"/>
          </a:p>
        </p:txBody>
      </p:sp>
    </p:spTree>
    <p:extLst>
      <p:ext uri="{BB962C8B-B14F-4D97-AF65-F5344CB8AC3E}">
        <ns2:creationId val="1249260260"/>
      </p:ext>
    </p:extLst>
  </p:cSld>
  <p:clrMapOvr>
    <a:masterClrMapping/>
  </p:clrMapOvr>
</p:sld>
</file>

<file path=ppt/slides/slide8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Genie integration (10 pts)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NL → SQL over curated Genie space (UC tables) • pages/8_genie_chat.py + utils/genie_client.py • GENIE_SPACE_ID in app.yaml; 12_genie_uc_grants.py • Runtime: app service principal (document vs end-user) • Demo: 2–3 canned questions that succeed in the space</a:t>
            </a:r>
            <a:endParaRPr lang="en-US" dirty="0"/>
          </a:p>
        </p:txBody>
      </p:sp>
    </p:spTree>
    <p:extLst>
      <p:ext uri="{BB962C8B-B14F-4D97-AF65-F5344CB8AC3E}">
        <ns2:creationId val="1249260260"/>
      </p:ext>
    </p:extLst>
  </p:cSld>
  <p:clrMapOvr>
    <a:masterClrMapping/>
  </p:clrMapOvr>
</p:sld>
</file>

<file path=ppt/slides/slide9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Databricks App quality (10 pts)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Multipage Streamlit: theme, navigation, home IA • Clinical · Platform · Genie groupings • Interactivity: filters, refresh, jobs, DLT live, Lakebase load test • Optional: hl7-appkit-app (AppKit) as second framework story</a:t>
            </a:r>
            <a:endParaRPr lang="en-US" dirty="0"/>
          </a:p>
        </p:txBody>
      </p:sp>
    </p:spTree>
    <p:extLst>
      <p:ext uri="{BB962C8B-B14F-4D97-AF65-F5344CB8AC3E}">
        <ns2:creationId val="1249260260"/>
      </p:ext>
    </p:extLst>
  </p:cSld>
  <p:clrMapOvr>
    <a:masterClrMapping/>
  </p:clrMapOvr>
</p:sld>
</file>

<file path=ppt/slides/slide10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Security &amp; governance (10 pts)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UC: USE + SELECT on gold for automation + app SP • Lakebase: databricks_create_role + Postgres SELECT aligned to UC • Genie: space-bound tables + SQL warehouse CAN USE • Secrets in scopes (not Git) for integrations • docs/ARCHITECTURE.md — Security and identity</a:t>
            </a:r>
            <a:endParaRPr lang="en-US" dirty="0"/>
          </a:p>
        </p:txBody>
      </p:sp>
    </p:spTree>
    <p:extLst>
      <p:ext uri="{BB962C8B-B14F-4D97-AF65-F5344CB8AC3E}">
        <ns2:creationId val="1249260260"/>
      </p:ext>
    </p:extLst>
  </p:cSld>
  <p:clrMapOvr>
    <a:masterClrMapping/>
  </p:clrMapOvr>
</p:sld>
</file>

<file path=ppt/slides/slide11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CI/CD &amp; DAB (10 pts)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databricks.yml + resources/*.yml • Targets dev / staging / prod with variables • Reproducible jobs &amp; pipelines; same bundle across envs • scripts/run_full_stack_full_refresh.sh • State manual bundle deploy vs CI</a:t>
            </a:r>
            <a:endParaRPr lang="en-US" dirty="0"/>
          </a:p>
        </p:txBody>
      </p:sp>
    </p:spTree>
    <p:extLst>
      <p:ext uri="{BB962C8B-B14F-4D97-AF65-F5344CB8AC3E}">
        <ns2:creationId val="1249260260"/>
      </p:ext>
    </p:extLst>
  </p:cSld>
  <p:clrMapOvr>
    <a:masterClrMapping/>
  </p:clrMapOvr>
</p:sld>
</file>

<file path=ppt/slides/slide12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Data engineering &amp; performance (5 + 5)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DE: resources/hl7_pipeline.yml + HL7 modeling story • Trace one entity (e.g. ADT → census) through bronze → gold • Perf: short-lived connections, lock, run_query_batch • Lakebase load test; Photon / sizing in bundle where set</a:t>
            </a:r>
            <a:endParaRPr lang="en-US" dirty="0"/>
          </a:p>
        </p:txBody>
      </p:sp>
    </p:spTree>
    <p:extLst>
      <p:ext uri="{BB962C8B-B14F-4D97-AF65-F5344CB8AC3E}">
        <ns2:creationId val="1249260260"/>
      </p:ext>
    </p:extLst>
  </p:cSld>
  <p:clrMapOvr>
    <a:masterClrMapping/>
  </p:clrMapOvr>
</p:sld>
</file>

<file path=ppt/slides/slide13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Vibe coding (10 pts)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Not in Git: 2–3 concrete examples (Streamlit, SQL, YAML, Genie) • Name tools (Claude, Cursor, Genie-assisted SQL, docs) • Tie each example to a shipped file or notebook</a:t>
            </a:r>
            <a:endParaRPr lang="en-US" dirty="0"/>
          </a:p>
        </p:txBody>
      </p:sp>
    </p:spTree>
    <p:extLst>
      <p:ext uri="{BB962C8B-B14F-4D97-AF65-F5344CB8AC3E}">
        <ns2:creationId val="1249260260"/>
      </p:ext>
    </p:extLst>
  </p:cSld>
  <p:clrMapOvr>
    <a:masterClrMapping/>
  </p:clrMapOvr>
</p:sld>
</file>

<file path=ppt/slides/slide14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Rubric at a glance (100 pts)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Architecture 20 · Lakebase 15 · Vibe coding 10 • Reverse ETL 10 · Genie 10 · App 10 · Security 10 · DAB 10 • DE 5 · Performance 5 · Presentation 5 • Full map: docs/EVALUATOR_CHEAT_SHEET.md</a:t>
            </a:r>
            <a:endParaRPr lang="en-US" dirty="0"/>
          </a:p>
        </p:txBody>
      </p:sp>
    </p:spTree>
    <p:extLst>
      <p:ext uri="{BB962C8B-B14F-4D97-AF65-F5344CB8AC3E}">
        <ns2:creationId val="1249260260"/>
      </p:ext>
    </p:extLst>
  </p:cSld>
  <p:clrMapOvr>
    <a:masterClrMapping/>
  </p:clrMapOvr>
</p:sld>
</file>

<file path=ppt/slides/slide15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5-minute demo script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1 Diagram: ingest → DLT → gold → Lakebase → App + Genie • 2 One clinical page (Lakebase) • 3 One platform view (status, jobs, or DLT live) • 4 Genie: two curated questions (or space + grants) • 5 Close: UC + SP + OAuth; daily runbook / workflow job</a:t>
            </a:r>
            <a:endParaRPr lang="en-US" dirty="0"/>
          </a:p>
        </p:txBody>
      </p:sp>
    </p:spTree>
    <p:extLst>
      <p:ext uri="{BB962C8B-B14F-4D97-AF65-F5344CB8AC3E}">
        <ns2:creationId val="1249260260"/>
      </p:ext>
    </p:extLst>
  </p:cSld>
  <p:clrMapOvr>
    <a:masterClrMapping/>
  </p:clrMapOvr>
</p:sld>
</file>

<file path=ppt/slides/slide16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Repository: HL7 Streaming
README.md · docs/ARCHITECTURE.md · docs/EVALUATOR_CHEAT_SHEET.md</a:t>
            </a:r>
            <a:endParaRPr lang="en-US" dirty="0"/>
          </a:p>
        </p:txBody>
      </p:sp>
    </p:spTree>
    <p:extLst>
      <p:ext uri="{BB962C8B-B14F-4D97-AF65-F5344CB8AC3E}">
        <ns2:creationId val="1249260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</Words>
  <Application>Microsoft Macintosh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Presentation Title Text</vt:lpstr>
    </vt:vector>
  </TitlesOfParts>
  <Manager/>
  <Company>neopraxis.org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/>
  <dc:creator>python-pptx</dc:creator>
  <cp:keywords/>
  <dc:description/>
  <cp:lastModifiedBy>Steve Canny</cp:lastModifiedBy>
  <cp:revision>4</cp:revision>
  <dcterms:created xsi:type="dcterms:W3CDTF">2012-11-17T11:07:40Z</dcterms:created>
  <dcterms:modified xsi:type="dcterms:W3CDTF">2012-12-17T06:54:44Z</dcterms:modified>
  <cp:category/>
</cp:coreProperties>
</file>