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9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HL7 streaming on Databricks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 end-to-end walkthrough: ingest → medallion → serve
Unity Catalog · Delta Live Tables · Lakeview · App · Lakebase</a:t>
            </a:r>
            <a:endParaRPr lang="en-US" dirty="0"/>
          </a:p>
        </p:txBody>
      </p:sp>
    </p:spTree>
    <p:extLst>
      <p:ext uri="{BB962C8B-B14F-4D97-AF65-F5344CB8AC3E}">
        <ns2:creationId val="3561048925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you will see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simple mental model: seven stops from file to insight • How raw HL7 becomes trusted tables, forecasts, and dashboards • Where the ADT Lakeview dashboard and Streamlit app fit in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Step 1: Land HL7 in the Lakehouse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Raw HL7 v2.x (files or streams) → Unity Catalog volume (e.g. landing/) • Single control plane: catalog, rights, and lineage in UC • Foundation for repeatable parsing — not ad hoc one-off ETL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Step 2: Bronze — parse and keep lineage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Delta Live Tables (DLT) splits multi-message files and parses with funke • One row per message/segment; schema reflects raw reality (e.g. ADT, ORU) • Example: bronze.ensemble.ens_adt holds parsed ADT for downstream work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Step 3: Silver — structure the segments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Typed MSH, PID, PV1, OBX, etc. for analytics-safe joins • Quality and normalization early — fewer surprises in gold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Step 4: Gold — business-ready facts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Dimensional models: patient, encounter, observations, orders, etc. • ED/ICU and operational metrics live beside clinical facts in UC • Governed tables = one source of truth for BI and apps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Step 5: Report &amp; forecast layers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Real-time style reports: census, hourly and daily rollups in DLT • Feature tables and AutoML; batch inference; MLflow for versions • Accuracy and monitoring tables close the loop for capacity planning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Step 6: Serve — two read paths (by design)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SQL warehouse → Lakeview dashboards (broad, warehouse-native SQL) • Lakebase (Postgres) → Databricks Streamlit app (fast row reads, filters) • Grants and service principals line up with Unity Catalog for both paths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ADT Lakeview dashboard (importable pack)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File: dashboards/adt_ens_bronze.lvdash.json · table: ens_adt • Row-level ds_adt_all (365d) with date and dimension filters on every page • Three pages: Overview · Time (hour, A01) · Location and billing • Regenerate after edits: `python3 scripts/generate_adt_ens_lvdash.py`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Streamlit app + optional Genie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HL7 app: multi-page experience on Lakebase-backed queries • Genie (if enabled): natural language to SQL in a governed space • Same gold tables, different entry points: drag-and-click vs. ask a question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Operations: bundles, jobs, and trust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Databricks Asset Bundle (IaC) for pipelines and jobs in dev/stage/prod • Grants: UC USE/SELECT, warehouse access, optional 12_genie_uc_grants job • Conversations stay inside policy — no copy-paste of PHI to unmanaged tools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Suggested 5-minute demo flow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1) Show the one-slide architecture: Volume → DLT → Gold → Lakeview + App • 2) Run or show a recent successful pipeline or job • 3) Lakeview: one filtered chart and one reference KPI • 4) App: one page backed by Lakebase (clinical or status) • 5) Optional: Genie with 2 vetted questions — or skip if space is not ready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outcome (why this pattern)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Faster time from HL7 to dashboards without fragile manual parsing • Forecasts and accuracy next to operations, not a separate silo • Platform teams: repeatable delivery · Business: clear metrics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Next steps in your workshop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Import HL7_Streaming_E2E_Walkthrough.pptx into Google Slides (File → Import slides) • Walk `README.md` and `docs/ARCHITECTURE.md` in the repo for depth • Tie each slide to a live object in your Databricks workspace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HL7 streaming pipeline repository
`README.md` · `docs/SOLUTION_BRIEF_HL7_STREAMING.md` · `docs/EVALUATOR_CHEAT_SHEET.md`
`dashboards/adt_ens_bronze.lvdash.json`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Presentation Title Text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python-pptx</dc:creator>
  <cp:keywords/>
  <dc:description/>
  <cp:lastModifiedBy>Steve Canny</cp:lastModifiedBy>
  <cp:revision>4</cp:revision>
  <dcterms:created xsi:type="dcterms:W3CDTF">2012-11-17T11:07:40Z</dcterms:created>
  <dcterms:modified xsi:type="dcterms:W3CDTF">2012-12-17T06:54:44Z</dcterms:modified>
  <cp:category/>
</cp:coreProperties>
</file>